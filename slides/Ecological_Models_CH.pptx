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生态特征空间 · AIV 菌群研究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当菌不一样了，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生态学还能迁移吗？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α 多样性、核心保留度与群落结构，对照属丰度模型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3291840" cy="36576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326 个样本 · 4 个宿主 · 鸭训练的生态模型迁移到火鸡达 AUC 0.870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6144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佐治亚大学 · 公共卫生学院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6144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summary_ecological_models_CH.md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执行摘要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核心结论一览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0.870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02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核心保留度 鸭→火鸡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95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线性模型，p=0.0020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3258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002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属丰度，同一检验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退化 —— 毫无区分力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3258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002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笼 / 感染 比值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2295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组对比 0 组显著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1325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26880" y="2002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属丰度的同一比值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0" y="22951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组全部显著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486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68580" cy="16916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0266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站得住的结论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3410712"/>
            <a:ext cx="5029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感染个体保留的宿主特异基线核心菌群更少，两个宿主皆然。只用核心保留度训练的线性模型（源队列 260 只野鸭），把火鸡的感染与对照分开到 AUC 0.870；去深度混杂后为 0.904。属丰度模型在目标队列上则判别函数完全常数化。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5303520" cy="169164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2880360"/>
            <a:ext cx="68580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30266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站不住的结论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65392" y="3410712"/>
            <a:ext cx="4846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队列内属丰度仍然胜出，鸭队列差距不小（0.836 对 0.674）。α 多样性在任何一处都过不了置换零分布。15 个样本的天鹅队列不可解读 —— 那里光靠测序深度就能预测感染，AUC 达 0.870。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64240" cy="8686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70916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800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结论只覆盖一对队列的一个方向。火鸡→鸭为 0.549，去深度混杂后不成立；天鹅队列无法充当第三个宿主。这个结果值得报告，不在于数值大小，而在于它落在一个可解释的单一量上，且该量的方向在两个几乎无共享菌属的宿主间一致。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研究动机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为什么要问这个问题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本项目在分类学层面的发现，换一个宿主就不成立。这正是本轮分析要解决的问题。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鸭队列的九个候选菌属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在火鸡队列中的命运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 个里的 8 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根本没进候选池 —— 在火鸡中流行度不足 10%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Staphylococcus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通过了过滤，但方向相反且不显著（t=+0.97，FDR=0.53）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68580" cy="12801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346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待检验的假设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73075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更宏观的生态学描述子，可能比单个菌属的身份更能在宿主间保持一致 —— 哪怕与感染相关的细菌完全不同。问题不是它们能否在队列内打败分类学模型，而是它们能否经受住跨宿主这一关。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11064240" cy="114300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4663440"/>
            <a:ext cx="68580" cy="11430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7548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有一个结构性理由支持这种预期：鸭的基线核心是 14 个属，火鸡是 32 个，两者几乎不重叠。绑定在具体菌属上的模型没有任何东西可以带过去；而绑定在「核心丢失了多大比例」上的模型，是在用不同的原料计算同一个量。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数据构成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377440"/>
                <a:gridCol w="1097280"/>
                <a:gridCol w="1097280"/>
                <a:gridCol w="109728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宿主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BioProject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采样方式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基线核心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PRJNA464410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野外监测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 个属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PRJNA644054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实验感染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个属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PRJNA379944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实验感染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 个属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大天鹅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野外监测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 个属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5394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343400"/>
            <a:ext cx="68580" cy="14630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4897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只有两个队列能建模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87375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鸭（n=260）与火鸡（n=45）。鸡只有 6 个样本，天鹅 15 个、其中阴性仅 5 个，两者都太小，无法单独建模。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343400"/>
            <a:ext cx="5394960" cy="14630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4343400"/>
            <a:ext cx="68580" cy="14630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两个可建模的队列相差的不只是宿主：野外监测对实验感染、不同实验室、不同建库方法。两者之间迁移失败，会把「宿主不同」与「整个研究不同」混在一起。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参与比较的特征空间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237744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特征空间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含分类学细节？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需折内拟合？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α 多样性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无需拟合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核心保留度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 —— 用训练折阴性重定义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纯生态（α + 核心）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群落结构 —— Bray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/ 核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PCoA 需要，核不需要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群落结构 —— Aitchison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/ 核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PCoA 需要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 CLR（参照）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 / 62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 —— PrevalenceCLR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11064240" cy="12344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206240"/>
            <a:ext cx="68580" cy="12344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2976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Aitchison 距离是 CLR 空间里的欧氏距离 —— 与分类学模型用的是同一份属丰度数据，只是换了几何表示。任何建立其上的空间都携带完整的分类学信号，不是分类学的生态学替代品。表中保留它作对照，并始终标注。Bray-Curtis 才是诚实的群落结构对照。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队列内与混杂分析全程固定为 SVM-RBF，使变化的只有特征空间而非学习器。迁移相关章节改用线性模型，原因见第 16 页。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有效性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逐个特征空间的泄漏处理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每个特征空间的泄漏方式都不同。其中一条由协作者指出，另一条是本轮工作中发现的。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3949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步骤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处理方式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核心保留度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核心用全部阴性定义 —— 测试样本参与定义了自己被比对的基准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折内重定义，只用该折阴性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PCoA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cmdscale() 作用于完整 326×326 矩阵 —— 坐标轴编码了测试样本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训练折拟合，测试样本投影进去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距离核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 —— Bray-Curtis 是两两函数，CLR 逐样本计算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直接使用；核宽只取训练折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流行度过滤在全量数据上拟合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PrevalenceCLR 折内拟合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297680"/>
            <a:ext cx="68580" cy="13716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4439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在信任任何数字之前先做的校准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82803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 版核心保留度与协作者的 R 输出在全部 7 列、326 个样本上完全一致。属丰度参照复现了既有结果：鸭 70 特征、AUC 0.836，对照文档记录的 0.835；火鸡 62 特征。笼效应对比复现 summary_Turkey_45_sample.md §4 到三位小数。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8036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每个空间在单个队列内部检出感染的能力如何？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第 1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队列内性能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03120"/>
                <a:gridCol w="1463040"/>
                <a:gridCol w="21031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特征空间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鸭（n=260）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火鸡（n=45）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α 多样性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0.333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0.070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核心保留度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0.593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纯生态（α + 核心）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 + Bray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Bray 核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0.695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Aitchison 核 —— 分类学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5394960" cy="100584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846320"/>
            <a:ext cx="68580" cy="10058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9926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队列内属丰度胜出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3766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鸭队列 0.836 对最佳纯生态空间的 0.674。火鸡队列差距收窄，但没有消失。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846320"/>
            <a:ext cx="5394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846320"/>
            <a:ext cx="68580" cy="100584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9926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α 多样性单独不可用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53766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两个队列都过不了自己的置换零分布（p=0.333 与 0.070）。只有与核心保留度合并后才达到显著。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一处结构性警示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上表里有一行不是结果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80160" y="2231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Aitchison 核，鸭队列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80160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所谓「群落结构」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0.836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937760" y="2231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属丰度，鸭队列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分类学模型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0" y="15544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95360" y="2231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火鸡队列亦然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95360" y="2523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0.970 对 0.972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0040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346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这种几乎相等近乎恒真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7307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Aitchison 距离的定义就是 CLR 变换后丰度向量之间的欧氏距离。它就是属丰度矩阵换一种表达。从这一行得出「群落结构不输分类学」，等于在报告一个量等于它自己。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709160"/>
            <a:ext cx="68580" cy="109728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554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诚实的对照应该长什么样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523951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Bray-Curtis 是真正的群落结构度量，不是 CLR 丰度的换写：鸭 0.695、火鸡 0.850 —— 明显低于属丰度。本 deck 中所有基于 Aitchison 的行都用斜体并标注「分类学」，原因即在此。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8036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在解读任何结果之前必须先排除的两件事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 · 深度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测序深度，以及它让天鹅队列付出的代价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计数未做抽平，而丰富度指标天然随深度上升。深度必须先查。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深度 → 感染状态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天鹅（n=15）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37360"/>
          <a:ext cx="6309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天鹅队列的特征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单独 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与深度 |r|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TotalTaxaPresent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Observed_Genera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Shannon_Genus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CoreAbundanceRetention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3794760"/>
            <a:ext cx="68580" cy="105156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39410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最后一行是内部对照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4672" y="432511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CoreAbundanceRetention 是唯一与深度基本无关的核心指标 —— 它也正是天鹅队列里唯一没有信号的那个。凡在那里看起来很强的特征，都是追踪深度的特征。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11064240" cy="8686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498348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5" name="Text 11"/>
          <p:cNvSpPr/>
          <p:nvPr/>
        </p:nvSpPr>
        <p:spPr>
          <a:xfrm>
            <a:off x="804672" y="5074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天鹅队列的任何结果都不可解读，已从全部结论中剔除。去深度混杂的重跑印证了这一诊断：火鸡→天鹅的迁移从 AUC 1.000 掉到 0.600（p 由 0.005 变为 0.259）—— 深度假象就该这样表现。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 · 笼效应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生态特征受笼效应污染小得多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火鸡队列里隔离器与感染状态完全共线。纯笼效应固定毒株、批次与感染状态，只变隔离器 —— 8 只鸟共享垫料、饮水与饲料。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1737360"/>
                <a:gridCol w="2011680"/>
                <a:gridCol w="17373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特征空间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感染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笼 / 感染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笼对比显著数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α 多样性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/ 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纯生态（α + 核心）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/ 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核心保留度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/ 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PCoA（Aitchison）—— 分类学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1772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617720"/>
            <a:ext cx="68580" cy="11887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764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生态空间看得见感染，看不见笼号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514807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纯生态的三组笼对比 p = 0.40、0.25、0.55，无一显著；而感染效应达到 0.784（p=0.0100）。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617720"/>
            <a:ext cx="5394960" cy="118872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7920" y="4617720"/>
            <a:ext cx="68580" cy="118872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比值只在分子是真信号时才可读。α 多样性的 0.67 全场最好看，但 α 在两个队列里都没有感染信号 —— 建立在噪声上的比值毫无意义。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跨宿主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8036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在一个宿主上训练，去预测另一个 —— 这正是最初的问题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第 4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跨宿主迁移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整个源队列训练，整个目标队列测试。目标数据一丁点不参与训练，连标准化的均值方差都来自源队列。每个 AUC 都配有打乱目标标签得到的置换零分布。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2011680"/>
                <a:gridCol w="21945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 → 目标（SVM-RBF）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α 多样性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核心保留度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 → 火鸡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  p=0.0050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  退化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 → 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  退化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 → 天鹅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 → 天鹅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97680"/>
            <a:ext cx="5394960" cy="82296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297680"/>
            <a:ext cx="68580" cy="8229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389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天鹅两行已置灰 —— 深度假象（第 11 页），去深度混杂后全部崩塌。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297680"/>
            <a:ext cx="5394960" cy="82296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297680"/>
            <a:ext cx="68580" cy="8229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4439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「退化」不等于「随机」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73952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属丰度模型给所有目标样本同一个分数。这里的 AUC 0.500 意思是毫无区分力。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本表为 SVM-RBF，以与前面各节协议一致。它低估了这些特征真正的迁移能力 —— 见第 16 页。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鸭 → 火鸡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唯一成立的那个方向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纯生态，RBF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噪声上限 0.740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0.803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去深度混杂后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噪声上限 0.757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0.0050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1381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两种口径的置换 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去混杂后不变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68580" cy="11887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2552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一个在 260 只野鸭上训练的模型，把火鸡的感染与对照分开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63931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只用了 α 多样性与核心保留度 —— 13 个特征，不含任何分类学信息。这是本项目里第一个以非退化方式越过自身噪声上限的跨宿主迁移，且去深度混杂后原封不动。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13258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80560"/>
            <a:ext cx="68580" cy="13258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572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三条边界，先讲清楚。（1）迁移是不对称的：火鸡→鸭为 0.549，去深度混杂后 0.523 —— 无信号。用 45 个样本预测 260 个本就是更难的方向。（2）一对队列的一个方向；天鹅队列无法充当重复验证。（3）火鸡的感染状态与隔离器完全共线，所以这个 0.800 是对着一个与笼分不开的标签测出来的 —— 第 12 页缓解了这一点，但没有消除。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 · 第 5.1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真正卡住迁移的是什么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把每个迁移改用 L2 逻辑回归重跑一遍，整幅图景就变了。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SVM-RBF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 + 去深度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 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 α 多样性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仅核心保留度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计数型子集（6）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0.591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11064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840480"/>
            <a:ext cx="68580" cy="11430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9867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为什么核函数才是障碍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4370832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RBF 核度量的是标准化特征空间里的欧氏距离，而标准化是在鸭队列上拟合的。火鸡的取值离鸭的中心很远，于是核函数饱和，每个目标样本看起来都一样远。线性边界只要求效应的方向在两个宿主间一致，不要求位置一致 —— 这恰恰是跨宿主迁移需要的性质。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166360"/>
            <a:ext cx="11064240" cy="68580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5166360"/>
            <a:ext cx="68580" cy="6858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257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这一条修正了前面的读法。它不是多样性与核心保留度之间的交互作用 —— 核心保留度自己就承载了整个迁移，加上 α 多样性反而更差（0.870 → 0.834）。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 · 第 5.2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机制，一句话说完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194560"/>
                <a:gridCol w="2194560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 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 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方向是否一致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CoreRetentionProportion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0.397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 —— 感染组更低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CoreTaxaLost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 —— 感染组更高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CoreTaxaPresent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0.397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Observed_Genera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0.293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Simpson / InvSimpson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0.214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206240"/>
            <a:ext cx="68580" cy="12344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3525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感染个体丢失了更大比例的宿主特异基线核心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73659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构成这个核心的具体菌属在两个宿主间完全不同 —— 鸭 14 个、火鸡 32 个，几乎不重叠 —— 但「丢失的比例」在两边表现一致。这正是分类学模型迁移不了、而这个模型能迁移的原因。13 个特征中有 9 个在两个宿主里方向一致。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最强的两个特征其实是同一件事的正反两面：核心还剩多少，以及丢了几个核心菌。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 · 第 5.2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两次搜索都经受住了自身的选择偏倚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13 个单特征与 78 个特征对里搜索并报告最大值，正是本项目记录过的 best-of-N 问题。因此零分布必须取整轮搜索的最大值。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274320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搜索范围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找到的最优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取最大值的零分布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校正后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 个单特征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0.846  CoreRetentionProportion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0.623 ± 0.055（max 0.867）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0.0040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 个特征对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0.862  Observed_Genera + CoreRetentionProportion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0.695 ± 0.051（max 0.849）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749040"/>
            <a:ext cx="5394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749040"/>
            <a:ext cx="68580" cy="1143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8953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一个特征就够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279392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CoreRetentionProportion 单独迁移到 0.846 —— 一个可以写进摘要的量，而非说不清的特征组合。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749040"/>
            <a:ext cx="5394960" cy="114300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7920" y="3749040"/>
            <a:ext cx="68580" cy="11430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3840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它是看过排名之后才挑出来的，所以裸 p 值会偏乐观。用「13 个取最大」的零分布来判，仍然成立，p=0.0040。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502920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51755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有一条预注册假设没有得到支持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4672" y="555955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原本预测只有无量纲特征能迁移，理由是两个宿主的核心大小不同。但线性模型下计数型子集迁移到 0.856。量纲问题确实存在，只是它存在于核函数里，不在特征里。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全部合并会不会更好？不会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1645920"/>
                <a:gridCol w="24688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特征空间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 → 火鸡 迁移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笼 / 感染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  退化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纯生态（α + 核心）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  p=0.0050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 + α + 核心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0.490  p=0.522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属丰度 + α + 核心 + Bray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6908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069080"/>
            <a:ext cx="68580" cy="118872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2153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队列内没有增益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5994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所有差异都小于重复间标准差（0.012–0.025）。生态特征是从同一张丰度表算出来的汇总统计量 —— 一个已经拿到全部 70 维丰度的模型，从它们身上得不到新东西。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069080"/>
            <a:ext cx="5394960" cy="118872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4069080"/>
            <a:ext cx="68580" cy="118872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160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而两个好性质都丢了。把属丰度加回来，迁移从 0.800 掉到 0.490，且合并模型追踪隔离器的能力与属丰度单独完全一样。用干净特征稀释受污染的特征块，并不能去污。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两种特征空间回答的是不同的问题。合并得到的模型，对第一个问题没有改善，对第二个问题完全失效。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用哪个模型，以及还剩什么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63040"/>
            <a:ext cx="68580" cy="731520"/>
          </a:xfrm>
          <a:prstGeom prst="rect">
            <a:avLst/>
          </a:prstGeom>
          <a:solidFill>
            <a:srgbClr val="4E9FA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这个队列里能多准地检出感染？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属丰度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鸭 0.836 · 火鸡 0.972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331720"/>
            <a:ext cx="68580" cy="73152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这个规律在别的宿主里还成立吗？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核心保留度 + 线性模型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0.870，p=0.0020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三条使用规则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配线性模型，不要用 RBF —— 同一份特征迁移 0.469 对 0.870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3995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不要加 α 多样性 —— 它在这份数据里没通过任何一项检验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34440" y="42885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不要与属丰度合并 —— 迁移掉到 0.490，笼效应比值回到 0.95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还剩什么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在第三个宿主上复现鸭→火鸡 —— 天鹅队列不能胜任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用两队列特征交集，给属丰度模型一个非退化的迁移基线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34440" y="56601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做抽平或显式建模深度 —— 鸭队列的深度已达 AUC 0.650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完整结果见 summary_ecological_models_CH.md ｜ 复现：ecological_models.py、ecological_transfer_anatomy.py、ecological_cage_check.py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University of Georgia, College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生态特征空间 vs 属丰度模型</dc:title>
  <dc:subject>PptxGenJS Presentation</dc:subject>
  <dc:creator>Sihua Peng</dc:creator>
  <cp:lastModifiedBy>Sihua Peng</cp:lastModifiedBy>
  <cp:revision>1</cp:revision>
  <dcterms:created xsi:type="dcterms:W3CDTF">2026-08-26T15:32:33Z</dcterms:created>
  <dcterms:modified xsi:type="dcterms:W3CDTF">2026-08-26T15:32:33Z</dcterms:modified>
</cp:coreProperties>
</file>