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独立贡献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相对仅协变量的 AUC 增量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0.86–0.96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经得起混杂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同一月份内部的 AUC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这里刻意不把模型分数放在头条：17 个模型中最好的四个在统计上无法区分（AUC 0.834–0.859），因此任何单一分数都不是这项发现的属性。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0.725。阳性占多数时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0.725，却只识别出 55%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两个领跑者之间无法区分，且这四个中有三个互相无法区分（见下一页）。此处的先后顺序基本上是噪声；真正的分离要到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.609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.554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对 SVM-RBF：p = 0.085。SVM-RBF、集成、SVM-poly 三者互相无法区分（p = 0.360–0.609）。但 ExtraTrees 确实能与后两者分开。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领先者之间不存在一致的排名。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超参稳健性：网格扩展至 C ∈ [0.01, 500]、gamma ∈ [1e-4, 0.1] + scale。15 折中 0 折触及边界，AUC 未变（0.838 对 0.839），曲面跨度仅 0.73–0.81。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37160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泛化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换一个湿地还能用吗？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随机交叉验证允许模型靠「认地点」拿分，按地点分组则切断这条捷径。朴素结果初看是灾难性的——而且具有误导性。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23444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留一地点交叉验证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LOLO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 CV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−0.409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−0.399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828800"/>
            <a:ext cx="5303520" cy="1773936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1828800"/>
            <a:ext cx="68580" cy="1773936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6565392" y="19751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为什么具有误导性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65392" y="2359152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本队列的地点与月份几乎可以互换：Sacramento 80 个中 46 个在 1 月，GIWA 96 个中 82 个在 7–8 月，ConawayRanch 只在秋冬。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所以「留一地点」同时也是「留一季节」。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固定季节（仅 7–8 月）后重做留一地点：</a:t>
            </a:r>
            <a:endParaRPr lang="en-US" sz="15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486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留出地点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GIWA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MandevilleIsland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SuisunMarsh/Balboa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09360" y="4206240"/>
            <a:ext cx="5303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420624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2"/>
          <p:cNvSpPr/>
          <p:nvPr/>
        </p:nvSpPr>
        <p:spPr>
          <a:xfrm>
            <a:off x="6565392" y="43525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空间泛化不是瓶颈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565392" y="4736592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在季节可比的前提下，模型跨湿地迁移的 AUC 为 0.84–0.92。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把朴素平均值拖下去的 Sacramento 那一折，其 46 个 1 月样本中只有 1 个阳性——那个 AUC 是单只鸟的排名百分位，不是一个估计值。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+0.073，25 折中 25 折全胜，Wilcoxon p = 1e-5。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采样设计把空间与时间绑死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地点与月份几乎可互换，故跨季节部署无法检验。跨地点迁移本身是好的（0.84–0.92）。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0.881）。分层与去混杂子集都仍留有信号：菌群的独立贡献落在 +0.043 到 +0.177 这个区间内。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2026-08-10T23:34:53Z</dcterms:created>
  <dcterms:modified xsi:type="dcterms:W3CDTF">2026-08-10T23:34:53Z</dcterms:modified>
</cp:coreProperties>
</file>