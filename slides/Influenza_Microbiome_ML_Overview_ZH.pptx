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6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0.839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SVM-RBF，嵌套 CV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0.531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MCC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基线 = 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350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信号真实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9397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三方法一致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54864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880360"/>
            <a:ext cx="68580" cy="16002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266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10712"/>
            <a:ext cx="5029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80360"/>
            <a:ext cx="5303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2880360"/>
            <a:ext cx="68580" cy="16002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026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410712"/>
            <a:ext cx="4846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嵌套交叉验证，所有预处理均在训练折内拟合；六种模型在完全相同的折划分上比较；三套独立的特征排序方法相互交叉验证。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709160"/>
            <a:ext cx="68580" cy="1005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评估协议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178308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41732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 GridSearchCV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417320"/>
            <a:ext cx="68580" cy="17830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54864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57530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为何要嵌套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95935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在同一批折上既调参又评估会让结果虚高。嵌套把两者隔离，因此报出的 AUC 不含调参偏倚。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429000"/>
            <a:ext cx="53035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5753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报告的指标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95935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 · PR-AUC · 准确率 · 平衡准确率 · 灵敏度 · 特异度 · 精确率 · F1 · MCC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50292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1206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十七种模型，相同折划分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个模型）·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分数最高——但没有成为主模型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在 AUC、PR-AUC、MCC 上领先，但差距未达显著（p=0.085），且是 17 选 1 的最高分。后两页给出取舍依据。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差距是真的吗？配对检验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折间标准差为 ±0.05，仅比较平均 AUC 不足以下结论。我们在同一批 25 折上做逐折配对比较。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914400"/>
                <a:gridCol w="123444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胜出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配对 t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 vs 随机森林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+0.029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17/25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 vs L1-LR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+0.052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21/25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&lt;0.0001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8" name="Image 0" descr="/mnt/d/claude-code-project/group-corparation/Christina-project/slides/img/roc6_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481328"/>
            <a:ext cx="4069080" cy="32826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52360" y="4791456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折外 ROC：单次 5 折划分 + 固定超参，非上一页的嵌套 CV 估计值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48640" y="3383280"/>
            <a:ext cx="6400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48640" y="33832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" y="3529584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04672" y="3913632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显著优于除 ExtraTrees 外的所有模型。ExtraTrees 的 +0.020 领先只到 p=0.085，25 折中仅胜 14 折。单凭这一点还不足以定夺——下一页的分层检验才是决定性的。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5961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只有 0.766——赢的是核函数，不是 SVM 本身。这是真实非线性结构的第一个线索。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0.020、p=0.085，不足以定夺模型选择。决定性的检验是：信号弱的时候两个模型各自表现如何——于是我们在每个采样月份分层内部并排重跑。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指标解读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这些指标会以三种方式误导你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773936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7452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164592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准确率的基线是 0.581，不是 0.5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0116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的样本为阳性，因此一个永远预测阳性的模型已经能拿 0.581。SVM-RBF 的 0.771 对应的真实增益是 19 个百分点，不是 27。报告准确率时必须同时给出这条基线。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035808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3346704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4728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218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F1 不能用于模型选择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358444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全猜阳性的基线模型 F1 = 0.735，比 L2-LR 的 0.725 还高。阳性占多数时 F1 会严重虚高——在这里它把一个毫无用处的模型排在了一个可用模型之上。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608576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4608576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919472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0200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79145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准确率掩盖了两类之间的不对称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51572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随机森林准确率 0.725，却只识别出 55% 的阴性样本。MCC 与平衡准确率的基线均为 0，能立刻暴露这一点——它们才是应该用来比较的指标。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稳健性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是不是调参调出来的？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我们把网格远远扩展出原范围——C 从 [0.1…10] 扩到 [0.01…500]，gamma 扩到 [1e-4…0.1] 外加 'scale'——然后重跑嵌套 CV。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  \  gamma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scale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未触及边界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折中有 0 折选中网格边缘值。C = 5 是内部最优解。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5196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450799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性能未变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0799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扩展网格下 AUC 0.838 ± 0.052，原网格为 0.839。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0" y="457200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955280" y="457200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5"/>
          <p:cNvSpPr/>
          <p:nvPr/>
        </p:nvSpPr>
        <p:spPr>
          <a:xfrm>
            <a:off x="8211312" y="471830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曲面平坦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11312" y="510235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整个曲面跨度仅 0.73–0.81——性能并不依赖精细调参。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两个模型仅在核函数上不同，却差出 0.073。带来性能的是非线性，而不是最大间隔这一形式本身。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63640" y="5029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项正是 ExtraTrees 虽有最高 AUC 却未成为主模型的原因。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0.839、MCC 0.531——在 17 个模型的比较中显著优于随机森林（p = 0.021）、XGBoost（p = 0.0016）与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0.881），但分层分析表明它无法解释掉全部信号。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0.859），但在最弱分层上更差（0.715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2026-08-10T22:35:53Z</dcterms:created>
  <dcterms:modified xsi:type="dcterms:W3CDTF">2026-08-10T22:35:53Z</dcterms:modified>
</cp:coreProperties>
</file>