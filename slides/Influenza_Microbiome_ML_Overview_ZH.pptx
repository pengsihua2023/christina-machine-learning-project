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0.73–0.97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固定季节后的效应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AUC，模型中只有菌群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+0.04–0.11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相对协变量的增量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量级依赖模型选择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这里刻意不把模型分数放在头条：领先的几个模型之间不存在一致的排名（AUC 0.825–0.858，全部落在折间波动内），因此任何单一分数都不是这项发现的属性。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置换检验、混杂因子、分层再分析与去混杂子集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开始之前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读懂本报告数字的六个前提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六条约定。每一条读错都会改变结果的含义——因此它们放在看到任何数据之前，而不是之后。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29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基线不是 0.5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231343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的样本为阳性，所以全猜阳性已经能拿到准确率 0.581——PR-AUC 的基线也是 0.581。只有 ROC-AUC（0.50）、MCC（0）与平衡准确率（0.50）的基线是干净的。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783080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1"/>
          <p:cNvSpPr/>
          <p:nvPr/>
        </p:nvSpPr>
        <p:spPr>
          <a:xfrm>
            <a:off x="6519672" y="1929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AUC 与阈值无关，准确率有关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231343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同一组预测，阈值不同准确率在 0.69–0.77 之间滑动。AUC 衡量的是排序质量，因此模型比较应以它为准。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3264408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264408"/>
            <a:ext cx="68580" cy="13258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4107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不平衡时最该信 MCC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3794760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它用满混淆矩阵四格，且基线为 0。准确率与 F1 都会奖励“直接猜多数类”这种行为。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3264408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63640" y="3264408"/>
            <a:ext cx="68580" cy="13258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34107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p 管一次，FDR 管一批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19672" y="3794760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个菌即使全是噪声，按 p&lt;0.05 仍会有约 3.5 个“显著”。我们报出的 19 个 FDR&lt;0.05 结果中，预期约 1 个为假阳性。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745736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745736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892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泄漏 ≠ 混杂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4672" y="5276088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泄漏的信息在预测时不存在，必须删除；混杂的信息存在——你当然知道今天几月——应用分层处理而非删除。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63640" y="4745736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63640" y="4745736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9" name="Text 27"/>
          <p:cNvSpPr/>
          <p:nvPr/>
        </p:nvSpPr>
        <p:spPr>
          <a:xfrm>
            <a:off x="6519672" y="4892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区间是故意的，不是平均值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19672" y="5276088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结果在各层间差异大时，我们报区间（AUC 0.734–0.965），而不是样本量加权平均值——后者会掩盖最弱的层。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CLR、Welch t、L1 稳定性选择等完整定义见 README §10 术语表。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评估协议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24612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3924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超参并非调出来的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672" y="377647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网格已扩展至 C ∈ [0.01, 500]、gamma ∈ [1e-4, 0.1] + scale。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折中 0 折选中边界值，AUC 基本未变，整个曲面跨度仅 0.73–0.81。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24612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24612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33924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报告的指标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73952" y="377647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ROC-AUC · PR-AUC · 准确率 · 平衡准确率 · 灵敏度 · 特异度 · 精确率 · F1 · MCC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如何解读：见第 4 页的读数约定。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512064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5212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0.475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0.399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0.402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只是名义领先（p=0.041，未校正）；SVM-RBF、集成、SVM-poly 三者互相无法区分（见下一页）。真正的分离要到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.539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.270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.809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名义上领先于所有模型（对 SVM-RBF p = 0.041），但未通过 15 次检验的 Bonferroni 阈值（0.0033），且仅赢 14/25 折。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SVM-RBF、集成、SVM-poly 三者互相无法区分（p = 0.270–0.539）。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0.023、p=0.041（未经 15 次比较校正），不足以定夺模型选择。决定性的检验是：信号弱的时候两个模型各自表现如何——于是我们在每个采样月份分层内部并排重跑。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主估计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固定季节后的菌群效应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季节是混杂因子，不是我们感兴趣的暴露——因此它不该进入模型。我们改为固定月份、只在层内比较。模型中除了 70 个 CLR 特征之外别无他物。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1371600"/>
                <a:gridCol w="1554480"/>
                <a:gridCol w="1371600"/>
                <a:gridCol w="123444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全部样本（未分层）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0.618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0.571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0.328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4630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报区间，不报平均值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0.734–0.965 · 准确率 0.676–0.949 · MCC 0.328–0.893。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样本量加权平均（0.894）会掩盖 10 月，而且它的权重来自采样活动的规模，不是科学意义。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4630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4630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必须与这些数字同行的两条限制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月的特异度只有 0.533——对阴性样本几乎等同于猜。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个样本中只有 165 个能进入分层分析：11 月与 12 月 100% 阳性，AUC 在那里无定义。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若改用协变量调整，增量为 +0.043（L2-LR）至 +0.105（SVM-RBF）——依赖模型选择，这正是主估计采用分层的原因。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敏感性分析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如果直接删掉被混杂的月份呢？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阳性、1 月 90% 阴性。在这 95 个样本上，模型只要学会「这是几月」就能拿高分，学的不是菌群。排除它们之后（n = 260 → 165）：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37160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特征集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全队列 n=260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子集 n=165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−0.107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仅菌群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+0.168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 + 协变量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+0.027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菌群独立增量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+0.043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+0.177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×4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132320" y="1828800"/>
            <a:ext cx="44805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0" y="1828800"/>
            <a:ext cx="68580" cy="20116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7388352" y="1975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去混杂确实成功了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388352" y="2359152"/>
            <a:ext cx="402336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仅用月份一个变量预测标签：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全队列   AUC 0.775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  子集     AUC 0.426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月份已被彻底中和。子集上的置换检验：p = 0.0099。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69080"/>
            <a:ext cx="539496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069080"/>
            <a:ext cx="68580" cy="17830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Biomarker 更显著了，而不是换了一批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显著菌数 19/70 → 34/65；t 统计量 Spearman ρ = 0.879；两边同时显著 18 个。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Veillonella（FDR 3.7e-29）与 Prevotella——此前因共线性被挤出九菌面板的那两个——现在成为最强信号。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069080"/>
            <a:ext cx="5394960" cy="17830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069080"/>
            <a:ext cx="68580" cy="17830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215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但这是敏感性分析，不是结果本身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4599432"/>
            <a:ext cx="49377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被排除的 95 个样本同时也是最难分的一批（Jan+Oct 分层 AUC 仅 0.668），因此两个 AUC 不可直接比较。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而且空间混杂原封不动：地点 → 标签 AUC 0.740，菌群 → 地点 AUC 0.753。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5943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请把它读作菌群独立信息量的一个区间：保守估计 +0.043，消除时间混杂后 +0.177。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泛化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换一个湿地还能用吗？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随机交叉验证允许模型靠「认地点」拿分，按地点分组则切断这条捷径。朴素结果初看是灾难性的——而且具有误导性。</a:t>
            </a:r>
            <a:endParaRPr lang="en-US" sz="12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234440"/>
                <a:gridCol w="109728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留一地点交叉验证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LOLO 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随机 CV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−0.409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−0.399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L1-LR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0.469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−0.308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09360" y="1828800"/>
            <a:ext cx="5303520" cy="1773936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1828800"/>
            <a:ext cx="68580" cy="1773936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6565392" y="197510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为什么具有误导性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65392" y="2359152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本队列的地点与月份几乎可以互换：Sacramento 80 个中 46 个在 1 月，GIWA 96 个中 82 个在 7–8 月，ConawayRanch 只在秋冬。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所以「留一地点」同时也是「留一季节」。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固定季节（仅 7–8 月）后重做留一地点：</a:t>
            </a:r>
            <a:endParaRPr lang="en-US" sz="15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54864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6012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留出地点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GIWA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MandevilleIsland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6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SuisunMarsh/Balboa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09360" y="4206240"/>
            <a:ext cx="5303520" cy="1536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4206240"/>
            <a:ext cx="68580" cy="153619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2"/>
          <p:cNvSpPr/>
          <p:nvPr/>
        </p:nvSpPr>
        <p:spPr>
          <a:xfrm>
            <a:off x="6565392" y="435254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空间泛化不是瓶颈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6565392" y="4736592"/>
            <a:ext cx="4846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在季节可比的前提下，模型跨湿地迁移的 AUC 为 0.84–0.92。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把朴素平均值拖下去的 Sacramento 那一折，其 46 个 1 月样本中只有 1 个阳性——那个 AUC 是单只鸟的排名百分位，不是一个估计值。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0.755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+0.080，25 折中 24 折胜，Wilcoxon p &lt; 0.0001。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63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6" name="Text 34"/>
          <p:cNvSpPr/>
          <p:nvPr/>
        </p:nvSpPr>
        <p:spPr>
          <a:xfrm>
            <a:off x="6519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8.  采样设计把空间与时间绑死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519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地点与月份几乎可互换，故跨季节部署无法检验。跨地点迁移本身是好的（0.84–0.92）。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0.835、MCC 0.535——在 17 个模型的比较中显著优于随机森林（p = 0.017）、XGBoost（p = 0.005）与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季节是混杂因子，因此主估计只保留菌群特征并固定月份：AUC 从 10 月的 0.734 到 7 月的 0.965，准确率 0.676 至 0.949。效应真实存在，但强烈依赖季节。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0.858，p = 0.041 未校正），但在最弱分层上更差（0.715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2026-08-11T01:50:19Z</dcterms:created>
  <dcterms:modified xsi:type="dcterms:W3CDTF">2026-08-11T01:50:19Z</dcterms:modified>
</cp:coreProperties>
</file>