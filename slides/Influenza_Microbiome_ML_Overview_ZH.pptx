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1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94040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17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信号是真实的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置换检验，100 次打乱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0.73–0.97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918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固定季节后的效应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AUC，模型中只有菌群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+0.04–0.11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0350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相对协变量的增量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量级依赖模型选择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3716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482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三套独立方法一致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670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这里刻意不把模型分数放在头条：领先的几个模型之间不存在一致的排名（AUC 0.825–0.858，全部落在折间波动内），因此任何单一分数都不是这项发现的属性。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90672"/>
            <a:ext cx="5486400" cy="14813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090672"/>
            <a:ext cx="68580" cy="148132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236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" y="362102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3090672"/>
            <a:ext cx="5303520" cy="14813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3090672"/>
            <a:ext cx="68580" cy="148132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323697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65392" y="362102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嵌套交叉验证，所有预处理均在训练折内拟合；十七种模型在完全相同的折划分上比较；三套独立的特征排序方法相互交叉验证。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8006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92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协议与十七模型横向比较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置换检验、混杂因子、分层再分析与去混杂子集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23774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22860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一套嵌套协议，十七种模型，一次诚实的比较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这一章应该怎么读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2588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32588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为目标做网格搜索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3258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嵌套把调参与评估隔离开，因此报出的 AUC 不含调参偏倚。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指标会以三种方式误导你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准确率的基线是 0.581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467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的样本为阳性，全猜阳性已有 0.581。报告准确率时绝不能不给这条基线。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9768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F1 不能用来给模型排名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5371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全猜阳性的基线 F1 = 0.735，高于 L2-LR 的 0.699。阳性占多数时 F1 严重虚高。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0" name="Text 28"/>
          <p:cNvSpPr/>
          <p:nvPr/>
        </p:nvSpPr>
        <p:spPr>
          <a:xfrm>
            <a:off x="830275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MCC 的基线是 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30275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平衡准确率同样如此。它们能立刻暴露类别不对称——随机森林准确率 0.718，却只识别出 54% 的阴性样本。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16636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516636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5257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十七种模型，不存在一致的排名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0698480" cy="3621024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Ensemble（软投票）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0.475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XGBoost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0.399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kNN-Aitchison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0.402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474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ROC-AUC 排序的前 10 名（共 17 个）· 底色标出领先群体 · 完整表见 results/model_comparison_all16.csv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349240"/>
            <a:ext cx="68580" cy="8686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955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顶部这一块要当作一个群体读，而不是一个排名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587959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只是名义领先（p=0.041，未校正）；SVM-RBF、集成、SVM-poly 三者互相无法区分（见下一页）。真正的分离要到 GP-RBF 以下才出现。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无法决定选哪个模型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拿最优模型去比一个明显更差的模型，证明不了任何事。真正该问的是：领先的这几个模型之间到底能不能分辨。以下是前六名在同一批 25 折上的全部 15 次两两检验：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2304288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.041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.539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.270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.069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.035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.331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.023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.809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334256"/>
            <a:ext cx="164592" cy="164592"/>
          </a:xfrm>
          <a:prstGeom prst="rect">
            <a:avLst/>
          </a:prstGeom>
          <a:solidFill>
            <a:srgbClr val="EDEDE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068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灰色 = 无法区分（p ≥ 0.05）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480560" y="4334256"/>
            <a:ext cx="164592" cy="164592"/>
          </a:xfrm>
          <a:prstGeom prst="rect">
            <a:avLst/>
          </a:prstGeom>
          <a:solidFill>
            <a:srgbClr val="E4F0F0"/>
          </a:solidFill>
          <a:ln/>
        </p:spPr>
      </p:sp>
      <p:sp>
        <p:nvSpPr>
          <p:cNvPr id="11" name="Text 8"/>
          <p:cNvSpPr/>
          <p:nvPr/>
        </p:nvSpPr>
        <p:spPr>
          <a:xfrm>
            <a:off x="4736592" y="43068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青色 = 可以区分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462686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62686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「无法区分」不具传递性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名义上领先于所有模型（对 SVM-RBF p = 0.041），但未通过 15 次检验的 Bonferroni 阈值（0.0033），且仅赢 14/25 折。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SVM-RBF、集成、SVM-poly 三者互相无法区分（p = 0.270–0.539）。</a:t>
            </a:r>
            <a:endParaRPr lang="en-US" sz="1100" dirty="0"/>
          </a:p>
        </p:txBody>
      </p:sp>
      <p:sp>
        <p:nvSpPr>
          <p:cNvPr id="7" name="Shape 13"/>
          <p:cNvSpPr/>
          <p:nvPr/>
        </p:nvSpPr>
        <p:spPr>
          <a:xfrm>
            <a:off x="6217920" y="4626864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626864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所以取舍必须依据别的东西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剩下两条依据：判决阈值处的错误结构（SVM-RBF 特异度 0.703，ExtraTrees 0.620），以及信号微弱处的稳健性。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真正决定取舍的检验在下一页。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603504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超参稳健性：网格扩展至 C ∈ [0.01, 500]、gamma ∈ [1e-4, 0.1] + scale。15 折中 0 折触及边界，AUC 基本未变，曲面跨度仅 0.73–0.81。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模型选择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ExtraTrees 没有取代主模型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高 0.023、p=0.041（未经 15 次比较校正），不足以定夺模型选择。决定性的检验是：信号弱的时候两个模型各自表现如何——于是我们在每个采样月份分层内部并排重跑。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210312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月（最弱层）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领先只来自容易的分层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在任务本已容易的分层上 ExtraTrees 多赚 +0.008～+0.013，却在最困难的分层上丢掉 0.060。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这正是强正则化的特征：信号强时无害，信号弱时把真实结构一并抹掉。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7373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从中保留下来的东西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两个模型的 permutation importance 排名高度一致：Spearman ρ = 0.738（p = 3.3e-13），Top-15 重合 10/15。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 biomarker 面板不依赖于选哪个模型——这反过来加强了「生物学发现」一节的结论。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自身的置换检验同样通过（实测 0.856，零分布 0.496 ± 0.046，p = 0.0099）。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996928" cy="13716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2633472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主估计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固定季节后的菌群效应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季节是混杂因子，不是我们感兴趣的暴露——因此它不该进入模型。我们改为固定月份、只在层内比较。模型中除了 70 个 CLR 特征之外别无他物。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2304288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全部样本（未分层）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0.910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0.328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34840"/>
            <a:ext cx="53949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434840"/>
            <a:ext cx="68580" cy="14630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报区间，不报平均值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0.734–0.965 · 准确率 0.676–0.949 · MCC 0.328–0.893。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样本量加权平均（0.894）会掩盖 10 月，而且它的权重来自采样活动的规模，不是科学意义。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4434840"/>
            <a:ext cx="5394960" cy="146304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434840"/>
            <a:ext cx="68580" cy="14630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必须与这些数字同行的两条限制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7395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月的特异度只有 0.533——对阴性样本几乎等同于猜。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个样本中只有 165 个能进入分层分析：11 月与 12 月 100% 阳性，AUC 在那里无定义。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9893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若改用协变量调整，增量为 +0.043（L2-LR）至 +0.105（SVM-RBF）——依赖模型选择，这正是主估计采用分层的原因。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敏感性分析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如果直接删掉被混杂的月份呢？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阳性、1 月 90% 阴性。在这 95 个样本上，模型只要学会「这是几月」就能拿高分，学的不是菌群。排除它们之后（n = 260 → 165）：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201168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全队列 n=260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子集 n=165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变化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−0.107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仅菌群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+0.168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 + 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+0.027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菌群独立增量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+0.043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×4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0" y="1828800"/>
            <a:ext cx="44805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828800"/>
            <a:ext cx="68580" cy="20116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7388352" y="1975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去混杂确实成功了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88352" y="2359152"/>
            <a:ext cx="40233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仅用月份一个变量预测标签：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全队列   AUC 0.775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子集     AUC 0.426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月份已被彻底中和。子集上的置换检验：p = 0.0099。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4069080"/>
            <a:ext cx="53949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069080"/>
            <a:ext cx="68580" cy="17830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Biomarker 更显著了，而不是换了一批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显著菌数 19/70 → 34/65；t 统计量 Spearman ρ = 0.879；两边同时显著 18 个。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Veillonella（FDR 3.7e-29）与 Prevotella——此前因共线性被挤出九菌面板的那两个——现在成为最强信号。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069080"/>
            <a:ext cx="5394960" cy="1783080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069080"/>
            <a:ext cx="68580" cy="17830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但这是敏感性分析，不是结果本身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被排除的 95 个样本同时也是最难分的一批（Jan+Oct 分层 AUC 仅 0.668），因此两个 AUC 不可直接比较。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而且空间混杂原封不动：地点 → 标签 AUC 0.740，菌群 → 地点 AUC 0.753。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请把它读作菌群独立信息量的一个区间：保守估计 +0.043，消除时间混杂后 +0.177。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泛化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换一个湿地还能用吗？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随机交叉验证允许模型靠「认地点」拿分，按地点分组则切断这条捷径。朴素结果初看是灾难性的——而且具有误导性。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86400" cy="1609344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留一地点交叉验证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LOLO 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随机 CV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−0.409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−0.399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L1-LR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−0.308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828800"/>
            <a:ext cx="5303520" cy="1773936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09360" y="1828800"/>
            <a:ext cx="68580" cy="1773936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6565392" y="19751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为什么具有误导性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65392" y="2359152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本队列的地点与月份几乎可以互换：Sacramento 80 个中 46 个在 1 月，GIWA 96 个中 82 个在 7–8 月，ConawayRanch 只在秋冬。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所以「留一地点」同时也是「留一季节」。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3840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固定季节（仅 7–8 月）后重做留一地点：</a:t>
            </a:r>
            <a:endParaRPr lang="en-US" sz="15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5486400" cy="192024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留出地点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GIWA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0.919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MandevilleIsland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SuisunMarsh/Balboa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09360" y="4206240"/>
            <a:ext cx="5303520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9360" y="4206240"/>
            <a:ext cx="68580" cy="153619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2"/>
          <p:cNvSpPr/>
          <p:nvPr/>
        </p:nvSpPr>
        <p:spPr>
          <a:xfrm>
            <a:off x="6565392" y="435254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空间泛化不是瓶颈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565392" y="4736592"/>
            <a:ext cx="4846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在季节可比的前提下，模型跨湿地迁移的 AUC 为 0.84–0.92。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把朴素平均值拖下去的 Sacramento 那一折，其 46 个 1 月样本中只有 1 个阳性——那个 AUC 是单只鸟的排名百分位，不是一个估计值。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521440" cy="3456432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0.835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0.755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Δ = +0.080，25 折中 24 折胜，Wilcoxon p &lt; 0.0001。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这是一次受控对比——同一模型族，只换核函数——也是本报告中最具决定性的检验。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与模型比较那一页形成对照：在那里，领先的几个模型互相分不开；在这里，一次受控改动在每一折上都干净地分开了。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19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9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9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2" name="Text 30"/>
          <p:cNvSpPr/>
          <p:nvPr/>
        </p:nvSpPr>
        <p:spPr>
          <a:xfrm>
            <a:off x="804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 多重比较抬高了最优分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共比较 17 个模型，最优是 17 选 1。Bonferroni 校正阈值约 p &lt; 0.003。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63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6" name="Text 34"/>
          <p:cNvSpPr/>
          <p:nvPr/>
        </p:nvSpPr>
        <p:spPr>
          <a:xfrm>
            <a:off x="6519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  采样设计把空间与时间绑死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19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地点与月份几乎可互换，故跨季节部署无法检验。跨地点迁移本身是好的（0.84–0.92）。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930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624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527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是主模型——AUC 0.835、MCC 0.535——在 17 个模型的比较中显著优于随机森林（p = 0.017）、XGBoost（p = 0.005）与 L1-LR（p &lt; 0.001）。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3405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072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9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1985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51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14223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季节是混杂因子，因此主估计只保留菌群特征并固定月份：AUC 从 10 月的 0.734 到 7 月的 0.965，准确率 0.676 至 0.949。效应真实存在，但强烈依赖季节。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974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864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分数更高（AUC 0.858，p = 0.041 未校正），但在最弱分层上更差（0.715 对 0.774）——其领先只来自本已容易的分层。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696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5869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252374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 + explore_models.py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 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2574</Words>
  <Application>Microsoft Office PowerPoint</Application>
  <PresentationFormat>Widescreen</PresentationFormat>
  <Paragraphs>820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微软雅黑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3</cp:revision>
  <dcterms:created xsi:type="dcterms:W3CDTF">2026-08-11T00:47:01Z</dcterms:created>
  <dcterms:modified xsi:type="dcterms:W3CDTF">2026-08-11T01:35:12Z</dcterms:modified>
</cp:coreProperties>
</file>