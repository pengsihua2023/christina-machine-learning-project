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6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0.839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SVM-RBF，嵌套 CV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0.531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MCC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基线 = 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350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信号真实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9397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86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三方法一致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880360"/>
            <a:ext cx="54864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880360"/>
            <a:ext cx="68580" cy="16002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2666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10712"/>
            <a:ext cx="5029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880360"/>
            <a:ext cx="5303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2880360"/>
            <a:ext cx="68580" cy="16002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4" name="Text 22"/>
          <p:cNvSpPr/>
          <p:nvPr/>
        </p:nvSpPr>
        <p:spPr>
          <a:xfrm>
            <a:off x="6565392" y="3026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5392" y="3410712"/>
            <a:ext cx="48463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嵌套交叉验证，所有预处理均在训练折内拟合；六种模型在完全相同的折划分上比较；三套独立的特征排序方法相互交叉验证。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709160"/>
            <a:ext cx="68580" cy="1005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协议与六模型横向比较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一套嵌套协议，六种模型，一次诚实的比较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评估协议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178308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41732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 GridSearchCV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417320"/>
            <a:ext cx="68580" cy="17830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54864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42900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57530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为何要嵌套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95935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在同一批折上既调参又评估会让结果虚高。嵌套把两者隔离，因此报出的 AUC 不含调参偏倚。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3429000"/>
            <a:ext cx="53035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342900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565392" y="35753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报告的指标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5392" y="395935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 · PR-AUC · 准确率 · 平衡准确率 · 灵敏度 · 特异度 · 精确率 · F1 · MCC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50292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51206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六种模型，相同折划分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78992"/>
                <a:gridCol w="1078992"/>
                <a:gridCol w="1078992"/>
                <a:gridCol w="1078992"/>
                <a:gridCol w="996696"/>
                <a:gridCol w="996696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L2-LR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0.373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SVM-linear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0.362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754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901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在九项指标中赢下八项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528523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随机森林只在灵敏度上略胜（0.850 对 0.820），代价是特异度仅 0.553——意味着它在阴性样本上比抛硬币好不了多少。SVM-RBF 是唯一 MCC 超过 0.5 的模型。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差距是真的吗？配对检验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折间标准差为 ±0.05，仅比较平均 AUC 不足以下结论。我们在同一批 25 折上做逐折配对比较。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914400"/>
                <a:gridCol w="123444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 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胜出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配对 t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 vs 随机森林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+0.029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17/25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 vs L1-LR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+0.052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21/25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&lt;0.0001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8" name="Image 0" descr="/mnt/d/claude-code-project/group-corparation/Christina-project/slides/img/roc6_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481328"/>
            <a:ext cx="4069080" cy="32826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52360" y="4791456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折外 ROC：单次 5 折划分 + 固定超参，非上一页的嵌套 CV 估计值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48640" y="3383280"/>
            <a:ext cx="6400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48640" y="33832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8"/>
          <p:cNvSpPr/>
          <p:nvPr/>
        </p:nvSpPr>
        <p:spPr>
          <a:xfrm>
            <a:off x="804672" y="3529584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04672" y="3913632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显著优于其余所有模型——不只是数值上领先。早先一轮漏掉 SVM 的比较曾得出「四个模型无显著差异」，加入 RBF 核后该结论被推翻。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5961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只有 0.766——赢的是核函数，不是 SVM 本身。这是真实非线性结构的第一个线索。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指标解读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这些指标会以三种方式误导你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773936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7452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91640" y="164592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准确率的基线是 0.581，不是 0.5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0116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的样本为阳性，因此一个永远预测阳性的模型已经能拿 0.581。SVM-RBF 的 0.771 对应的真实增益是 19 个百分点，不是 27。报告准确率时必须同时给出这条基线。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035808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3346704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44728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218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F1 不能用于模型选择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358444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全猜阳性的基线模型 F1 = 0.735，比 L2-LR 的 0.725 还高。阳性占多数时 F1 会严重虚高——在这里它把一个毫无用处的模型排在了一个可用模型之上。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608576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4608576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4919472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02005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79145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准确率掩盖了两类之间的不对称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91640" y="515721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随机森林准确率 0.725，却只识别出 55% 的阴性样本。MCC 与平衡准确率的基线均为 0，能立刻暴露这一点——它们才是应该用来比较的指标。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稳健性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是不是调参调出来的？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我们把网格远远扩展出原范围——C 从 [0.1…10] 扩到 [0.01…500]，gamma 扩到 [1e-4…0.1] 外加 'scale'——然后重跑嵌套 CV。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  \  gamma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scale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572000"/>
            <a:ext cx="35204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572000"/>
            <a:ext cx="68580" cy="14630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7183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未触及边界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102352"/>
            <a:ext cx="3063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折中有 0 折选中网格边缘值。C = 5 是内部最优解。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51960" y="4572000"/>
            <a:ext cx="35204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51960" y="4572000"/>
            <a:ext cx="68580" cy="14630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4507992" y="47183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性能未变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07992" y="5102352"/>
            <a:ext cx="3063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扩展网格下 AUC 0.838 ± 0.052，原网格为 0.839。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0" y="457200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955280" y="4572000"/>
            <a:ext cx="68580" cy="14630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5"/>
          <p:cNvSpPr/>
          <p:nvPr/>
        </p:nvSpPr>
        <p:spPr>
          <a:xfrm>
            <a:off x="8211312" y="471830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曲面平坦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11312" y="5102352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整个曲面跨度仅 0.73–0.81——性能并不依赖精细调参。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消融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菌群到底贡献了多少？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11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季节、地点、物种、性别、月份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11880" y="164592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9" name="Shape 7"/>
          <p:cNvSpPr/>
          <p:nvPr/>
        </p:nvSpPr>
        <p:spPr>
          <a:xfrm>
            <a:off x="3611880" y="1645920"/>
            <a:ext cx="5883859" cy="475488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0" y="166420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0.881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仅菌群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62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 CLR 特征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11880" y="269748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11880" y="2697480"/>
            <a:ext cx="4107891" cy="47548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0698480" y="27157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0.766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+ 协变量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014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合并模型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374904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1880" y="3749040"/>
            <a:ext cx="6547917" cy="47548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0" y="37673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0.924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（条形起点 = 0.50）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5074920"/>
            <a:ext cx="68580" cy="10515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212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这一页请仔细读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4672" y="56052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菌群在协变量之上带来 +0.043 的增量——真实但有限的独立贡献。协变量本身就已达到 0.881。任何「肠道菌群可预测流感」的表述，都必须相对这条基线陈述，而不是相对 0.50。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0.839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0.766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两个模型仅在核函数上不同，却差出 0.073。带来性能的是非线性，而不是最大间隔这一形式本身。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98094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8094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2724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04672" y="351129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298094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8094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12724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19672" y="351129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498848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98848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645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04672" y="5029200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498848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98848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645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19672" y="5029200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2646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996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389888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286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176272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是最优模型——AUC 0.839、MCC 0.531——并显著优于随机森林（p = 0.021）与 L1-LR（p &lt; 0.001）。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992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72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962656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78561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85876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6451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535424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采样季节是严重的混杂因子（仅协变量即达 AUC 0.881），但分层分析表明它无法解释掉全部信号。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3583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54315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5321808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六模型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2026-08-10T21:28:23Z</dcterms:created>
  <dcterms:modified xsi:type="dcterms:W3CDTF">2026-08-10T21:28:23Z</dcterms:modified>
</cp:coreProperties>
</file>