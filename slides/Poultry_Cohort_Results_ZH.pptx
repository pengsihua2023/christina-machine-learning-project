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家禽队列 · SVM-RBF 建模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火鸡单独，还是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火鸡与鸡合并？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PRJNA644054（火鸡 45）与 PRJNA379944（鸡 6）的对照分析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61772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结论：合并使五项指标全部下降，建议不要合并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summary_Chicken_51_sample.md ｜ poultry_cohort.py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0.930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火鸡单独 n=45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AUC，本队列最优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26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0.895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 n=51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AUC，反而更低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26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−0.035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合并的代价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五项指标全部下降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p=0.0050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信号真实，但余量有限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这一页刻意不把 AUC 放在最大号：n=51 时纯噪声的置换零分布最高可达 0.798，任何单一分数都必须与它并读。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57276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我们做了什么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对火鸡队列（PRJNA644054，n=45）单独建模，再与并入鸡队列（PRJNA379944，n=6）后的 51 样本队列对照。两者用完全相同的无泄漏流程：原始计数 + PrevalenceCLR 折内拟合，嵌套 CV（外层 5×10，内层 4 折）。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57276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合并没有带来任何收益。批次检查显示两个 project 的菌群完全可分（AUC 1.000），但 project 归属与感染状态无关（0.499）——那 6 个鸡样本对模型是纯噪声。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91440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9144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两条边界：（1）n=51、少数类仅 16，特异度 0.581 的置信区间极宽；（2）流行度 ≥10% 时 p/n = 1.33，已是 p &gt; n 的高维问题——与主队列（鸭，n=260，p/n=0.27）不可直接类比。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两个队列的构成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2743200"/>
                <a:gridCol w="1188720"/>
                <a:gridCol w="118872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Ohio State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71.1%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68.6%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657600"/>
            <a:ext cx="1106424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65760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8039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 project 在技术上完全不可比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1879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以下四个属性与 BioProject 完全共线，没有任何一个样本打破这个对应：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宿主  火鸡 45 / 鸡 6        研究中心  Ohio State / 华南农大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Assay.Type  OTHER / CTS      LibrarySource  OTHER / METAGENOMIC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合并等于把两批用不同建库方法、在不同实验室、对不同物种测的数据放在一起。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5212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文件名沿用 summary_Chicken_51_sample.md 中的 Chicken，但该队列实际以火鸡为主（45/51 = 88%），鸡仅 6 个样本。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结构性差异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为什么不能照搬主队列的读法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834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主队列（鸭）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本队列（家禽）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样本量 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估计方差大得多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每折测试集约 3 个阴性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 accuracy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真实增益的参照点更高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p/n（流行度 ≥10%）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70/260 = 0.27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68/51 = 1.33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 &gt; n，高维问题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置换零分布最大值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噪声可达的上限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p/n 从 0.27 翻转到 1.33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特征数超过样本数，模型可以完美拟合训练集。主队列「不需要 PCA、不需要激进特征选择」的判断在这里不成立。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噪声上限 0.798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7395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n=51 时纯随机就能跑出接近 0.8 的 AUC（主队列只有 0.614）。因此本队列中低于 0.80 的 AUC 基本不具解释力。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建模结果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两个队列并排，同一套无泄漏流程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 · 主表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两个队列的全指标对照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CV：外层 RepeatedStratifiedKFold（5 折 × 10 次 = 50 折），内层 4 折调参；流行度阈值 0.10；两者选中的超参均为 C = 1.0, gamma = scale。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2011680"/>
                <a:gridCol w="173736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火鸡单独 n=45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合并 n=51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差值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噪声上限 0.798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 = 阳性率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Accuracy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 0.711 / 0.686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−0.047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 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阳性占多数，虚高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两者都弱，见第 8 页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精确率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−0.047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 F1 0.831 / 0.814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 0，最可靠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669280"/>
            <a:ext cx="68580" cy="6858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833872"/>
            <a:ext cx="10607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除灵敏度外，火鸡单独在所有指标上都优于合并。灵敏度的 +0.003 不构成例外——它随阳性率上升而虚高（合并后阳性率从 71.1% 降到 68.6%，本应略降）。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 · 错误结构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混淆矩阵：错在哪里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折折外预测合并，计数已除以重复次数 10，因此可直接读作「平均每次交叉验证的结果」。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828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火鸡单独 n=45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24028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预测阴性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预测阳性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真实阴性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8.8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真实阳性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2.1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29.9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0" y="1828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 n=51</a:t>
            </a:r>
            <a:endParaRPr lang="en-US" sz="16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24028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预测阴性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预测阳性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真实阴性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真实阳性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2.2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32.8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397764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" y="397764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9"/>
          <p:cNvSpPr/>
          <p:nvPr/>
        </p:nvSpPr>
        <p:spPr>
          <a:xfrm>
            <a:off x="804672" y="41239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错误集中在阴性样本上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04672" y="450799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火鸡：13 个阴性判错 4.2 个（32%）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合并：16 个阴性判错 6.7 个（42%）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阳性几乎不出错（35 个中错 2.2 个），因为阳性本来就占 68.6%——模型顺着多数类猜就能拿到高灵敏度。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397764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17920" y="3977640"/>
            <a:ext cx="68580" cy="17373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3"/>
          <p:cNvSpPr/>
          <p:nvPr/>
        </p:nvSpPr>
        <p:spPr>
          <a:xfrm>
            <a:off x="6473952" y="41239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为什么必须看混淆矩阵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73952" y="450799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合并后 TP 从 29.9 升到 32.8 看似进步，但那只是因为总样本变多了。真正变化的是 FP：从 4.2 升到 6.7。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单看 accuracy（0.860 → 0.825）只知道变差了 0.035，看混淆矩阵才知道差在哪。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 · 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最需要警惕的数字：特异度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0.677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火鸡单独 n=45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4323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个阴性中判对 8.8 个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480560" y="146304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26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0.581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48056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 n=51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480560" y="24323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个阴性中判对 9.3 个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138160" y="146304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0.937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3816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对照：灵敏度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24323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看起来很好，但…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20040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346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为什么这个数字不可靠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3730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少数类只有 13（火鸡）或 16（合并）个样本。5 折交叉验证下，每折测试集只有约 3 个阴性——判错一个，该折的特异度就跳 33 个百分点。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这意味着 0.581 与 0.677 之间的差距虽然方向明确，但两者各自的置信区间都极宽。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754880"/>
            <a:ext cx="68580" cy="1143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901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报告时的硬性要求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5285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灵敏度 0.937 与特异度 0.581 必须并列出现。只报灵敏度会让读者以为模型接近可用，而实际上它对阴性样本的判别能力只比抛硬币好一点——这与主队列 10 月分层（特异度 0.533）是同一类问题。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信号是真的吗：置换检验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打乱标签 200 次，每次重跑整条 pipeline。若模型能在噪声里找出结构，实测分数就没有意义。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0.967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50545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单层 CV、固定超参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8288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0.492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480560" y="250545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480560" y="27980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0.121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18288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0.0050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50545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138160" y="27980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次中 0 次达到实测值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53949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520440"/>
            <a:ext cx="68580" cy="16002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4050792"/>
            <a:ext cx="4937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 0.492，正好落在理论值 0.5 上——说明流程本身没有泄漏。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0.967 远高于零分布，p = 0.0050。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520440"/>
            <a:ext cx="5394960" cy="16002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3520440"/>
            <a:ext cx="68580" cy="16002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但余量比主队列小得多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73952" y="4050792"/>
            <a:ext cx="4937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零分布标准差 0.121（主队列 0.049），最大值达 0.798。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换言之，n=51 时纯噪声就能跑出接近 0.8 的 AUC——本队列中低于 0.80 的结果基本不具解释力。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03520"/>
            <a:ext cx="11064240" cy="68580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303520"/>
            <a:ext cx="68580" cy="6858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3949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注意此处实测值 0.967 来自单层 CV + 固定超参，与主表的 0.895 口径不同。嵌套 CV 的 0.895 才是可辩护的性能估计；0.967 仅用于与零分布比较（两者口径一致）。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 · 稳健性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结论稳不稳：两项稳健性检查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流行度阈值扫描（固定超参 C=5，单层 CV，仅供比较趋势）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流行度阈值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p/n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1.80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0.10（采用）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1.33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0" y="1645920"/>
            <a:ext cx="52120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0" y="1645920"/>
            <a:ext cx="68580" cy="12344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6656832" y="17922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阈值不影响结论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56832" y="2176272"/>
            <a:ext cx="4754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在 0.940–0.976 之间波动，与阈值无系统关系。为与主队列保持一致，主结果仍用 0.10。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0" y="3063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留一法（LOO）与 5 折的差异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0" y="3401568"/>
            <a:ext cx="521208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3401568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5" name="Text 12"/>
          <p:cNvSpPr/>
          <p:nvPr/>
        </p:nvSpPr>
        <p:spPr>
          <a:xfrm>
            <a:off x="6656832" y="35478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 0.078，反映划分方差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656832" y="3931920"/>
            <a:ext cx="4754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留一法 LOO      AUC 0.973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10 重复   AUC 0.895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 训练集更大因而更乐观。两者都不应单独引用——嵌套 5 折的 0.895 更保守、更可辩护。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069080"/>
            <a:ext cx="5486400" cy="12344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8" name="Shape 15"/>
          <p:cNvSpPr/>
          <p:nvPr/>
        </p:nvSpPr>
        <p:spPr>
          <a:xfrm>
            <a:off x="548640" y="4069080"/>
            <a:ext cx="68580" cy="12344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16052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p/n 在所有阈值下都接近或超过 1。即使提高到 ≥0.40，样本量本身也只有 51——高维不是靠调阈值能解决的，只能靠更多样本。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 · 批次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合并为什么没用：批次检查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如果模型只是在学「这是火鸡还是鸡」，那么高 AUC 就毫无意义。两个检验回答这个问题。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2011680"/>
                <a:gridCol w="4114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检验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→ 预测 project（鸡 vs 火鸡）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两个 project 的菌群完全可分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 → 预测感染状态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 归属对标签毫无信息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200400"/>
            <a:ext cx="1106424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3200400"/>
            <a:ext cx="68580" cy="12344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3346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这两个数字合起来说明：批次效应是稀释，不是混杂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3730752"/>
            <a:ext cx="10607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菌群完全能分辨鸡与火鸡（不同宿主 + 不同实验室，意料之中），但 project 归属与感染状态无关。因此批次没有虚高 AUC——它只是给模型增加了必须绕开的无关变异。那 6 个鸡样本对模型而言是纯噪声。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617720"/>
            <a:ext cx="1106424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1772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640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与主队列的混杂对照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04672" y="5148072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主队列中采样月份既影响菌群、也影响标签（仅协变量即达 AUC 0.881），那是真正的混杂，必须靠分层处理。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本队列的批次只影响特征、不影响标签——性质不同，处理方式也不同：混杂要分层，稀释要剔除。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合并的代价，以及下一步该做什么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建议：不要合并，用火鸡队列单独建模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773936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7452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16459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合并后五项指标全部下降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0116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−0.035、Accuracy −0.035、特异度 −0.096、F1 −0.024、MCC −0.071。唯一上升的灵敏度（+0.003）随阳性率虚高，不构成例外。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106424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035808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346704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4728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218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个样本无法支撑任何跨宿主结论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35844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PRJNA379944 只有 3 阳 3 阴。若目的是检验跨宿主泛化，正确做法是「训练火鸡、测试鸡」而非合并——但 6 个样本也做不了这件事，AUC 会完全由个别样本决定。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608576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608576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919472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200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79145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火鸡单独是本项目除主队列外最好的结果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1572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0.930、MCC 0.647、F1 0.905。虽然 n=45 很小，但它内部同质（单一宿主、单一中心、单一建库方法），不存在合并带来的技术异质性。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若火鸡队列要写进论文，尚需补做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n=45、少数类 13，比主队列小 5 倍，需要同等强度的审查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2514600"/>
            <a:ext cx="10332720" cy="77724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514600"/>
            <a:ext cx="68580" cy="7772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6060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队列内部的混杂结构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916936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PRJNA644054 是否存在类似主队列「采样月份」的时间或批次结构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14400" y="3447288"/>
            <a:ext cx="10332720" cy="77724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447288"/>
            <a:ext cx="68580" cy="7772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53872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与差异丰度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3849624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找出驱动预测的菌，并给出效应方向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" y="4379976"/>
            <a:ext cx="10332720" cy="77724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4379976"/>
            <a:ext cx="68580" cy="7772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447141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与鸭队列九菌交集是否重叠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478231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跨宿主一致性的间接证据——若重叠，说明信号不限于单一宿主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5312664"/>
            <a:ext cx="10332720" cy="77724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5312664"/>
            <a:ext cx="68580" cy="7772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540410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纳入一致性检查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5715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该队列的 results/ 存档接入 check_consistency.py 与 pre-commit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完整结果见 summary_Chicken_51_sample.md ｜ 复现：python3 poultry_cohort.py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家禽队列结果：火鸡单独 vs 火鸡+鸡合并</dc:title>
  <dc:subject>PptxGenJS Presentation</dc:subject>
  <dc:creator>Sihua Peng</dc:creator>
  <cp:lastModifiedBy>Sihua Peng</cp:lastModifiedBy>
  <cp:revision>1</cp:revision>
  <dcterms:created xsi:type="dcterms:W3CDTF">2026-08-24T19:53:39Z</dcterms:created>
  <dcterms:modified xsi:type="dcterms:W3CDTF">2026-08-24T19:53:39Z</dcterms:modified>
</cp:coreProperties>
</file>