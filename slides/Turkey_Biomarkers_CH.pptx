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PRJNA644054 · n=45（阴性 13 / 阳性 32）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火鸡队列的 biomarker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6187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四层筛查。前三层与鸭队列（README §6.2）完全相同，因此两队列可比；第四层是本队列特有的——野鸭没有笼，无从施加。</a:t>
            </a:r>
            <a:endParaRPr lang="en-US" sz="12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206240"/>
                <a:gridCol w="411480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方法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检验什么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62 个特征中命中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①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差异丰度（CLR + Welch t + BH-FDR）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两组间差异是否真实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②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Permutation importance（折内 3×5 折）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对模型是否有贡献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③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 稳定性选择（200 次 bootstrap）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稀疏模型是否可重复地选中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④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笼效应筛查（本队列特有）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能否归因于感染，而非同笼环境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 个中 2 个通过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03120"/>
                <a:gridCol w="1188720"/>
                <a:gridCol w="1188720"/>
                <a:gridCol w="1005840"/>
                <a:gridCol w="1005840"/>
                <a:gridCol w="118872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Genus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Family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重要性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 频率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FDR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 ④ 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Negativibacillus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Ruminococcaceae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+5.87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3.8e-05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未通过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i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HT002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Lactobacillaceae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−3.89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5.7e-03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Tissierella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Family_XI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0.0079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+4.82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3.8e-04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未通过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i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Escherichia-Shigella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Enterobacteriaceae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0.0015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Pos↑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+5.64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3.8e-04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5715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可报告的是 2 个：HT002（Lactobacillaceae，感染组降低）与 Escherichia-Shigella（Enterobacteriaceae，感染组升高）—— 共生乳酸菌减少、机会致病菌扩张，典型的菌群失调。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548640" y="619963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L1 惩罚强度不可跨队列照搬：鸭队列的 C=0.1 在 n=45 下会把全部系数归零，故 C 作为敏感性轴处理（0.2 / 1.0 / 10.0 各 200 次 bootstrap，三者取交集）。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归因 · 跨宿主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为什么第 ④ 层不能省，以及与鸭队列的比较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0160"/>
            <a:ext cx="11064240" cy="123444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280160"/>
            <a:ext cx="68580" cy="12344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42646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统计上最强的那个，恰恰无法归因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810512"/>
            <a:ext cx="10607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Negativibacillus 在前三层下全场最强 —— permutation importance 最高（0.0133）、t=+5.87、L1 在三个 C 下都稳定入选。但它在同为阳性的四个隔离器之间也显著不同，因此无法区分它反映的是感染还是同笼环境。Tissierella 同理。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省掉第 ④ 层，进论文的就是 4 个而非 2 个，其中一半说不清。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2743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与鸭队列的比较（前三层同口径，因此可比）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309067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重建鸭队列的三方法交集得到 9 个，与 README §6.2 记录一致 —— 验证重建方法正确后才作比较。</a:t>
            </a:r>
            <a:endParaRPr lang="en-US" sz="11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56432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66751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层级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重叠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属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鸭 9 菌与火鸡 4 菌在属这一级没有任何交集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科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Ruminococcaceae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鸭（未定属）Pos↑　｜　火鸡 Negativibacillus Pos↑　—— 方向一致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548640" y="4983480"/>
            <a:ext cx="11064240" cy="91440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4983480"/>
            <a:ext cx="68580" cy="9144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5" name="Text 12"/>
          <p:cNvSpPr/>
          <p:nvPr/>
        </p:nvSpPr>
        <p:spPr>
          <a:xfrm>
            <a:off x="804672" y="5074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这是本项目第一次出现分类学层面的跨宿主一致性 —— 此前 §3 的结论是「鸭队列九菌中只有 Staphylococcus 进入火鸡候选池，且方向相反、不显著」。但火鸡这一侧正是上面那个 Negativibacillus，受毒株或批次污染，因此这条一致性不能归因于感染，只能作为线索。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6035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结论：火鸡有 2 个可报告的 biomarker。跨宿主一致性目前仅存在于科这一级，且带混杂 —— 下一步应在第三个队列验证 Ruminococcaceae 与 Escherichia-Shigella。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University of Georgia, College of Public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火鸡队列 biomarker：三方法交集</dc:title>
  <dc:subject>PptxGenJS Presentation</dc:subject>
  <dc:creator>Sihua Peng</dc:creator>
  <cp:lastModifiedBy>Sihua Peng</cp:lastModifiedBy>
  <cp:revision>1</cp:revision>
  <dcterms:created xsi:type="dcterms:W3CDTF">2026-08-31T21:17:16Z</dcterms:created>
  <dcterms:modified xsi:type="dcterms:W3CDTF">2026-08-31T21:17:16Z</dcterms:modified>
</cp:coreProperties>
</file>