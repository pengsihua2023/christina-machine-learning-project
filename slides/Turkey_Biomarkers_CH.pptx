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 · 口径对齐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火鸡的 biomarker 为什么要重做一遍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火鸡队列此前已给出候选菌，但用的方法与鸭队列不同，两者因此不可直接比较。</a:t>
            </a:r>
            <a:endParaRPr lang="en-US" sz="12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120640"/>
                <a:gridCol w="5029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鸭队列（README §6.2）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火鸡（原 §2.1–2.4）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①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差异丰度 CLR + Welch t + BH-FDR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差异丰度 CLR + Welch t + BH-FDR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②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SVM permutation importance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SVM permutation importance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③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L1 稳定性选择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笼效应筛查（本队列特有）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结果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 个 biomarker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 个候选（§2.3）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114800"/>
            <a:ext cx="11064240" cy="868680"/>
          </a:xfrm>
          <a:prstGeom prst="rect">
            <a:avLst/>
          </a:prstGeom>
          <a:solidFill>
            <a:srgbClr val="FBED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4114800"/>
            <a:ext cx="68580" cy="86868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426110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缺的是第 ③ 套：L1 稳定性选择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04672" y="4645152"/>
            <a:ext cx="10607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两个队列各自少了对方的第三套方法。补上 L1 之后才谈得上比较；笼效应筛查则保留为第四层叠加——那是鸭队列做不到的检验，不应为了对齐而丢掉。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5120640"/>
            <a:ext cx="11064240" cy="777240"/>
          </a:xfrm>
          <a:prstGeom prst="rect">
            <a:avLst/>
          </a:prstGeom>
          <a:solidFill>
            <a:srgbClr val="FBEDE7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5120640"/>
            <a:ext cx="68580" cy="7772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" y="5212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口径不一致这件事此前没有被记录。文档里两组数字（9 与 7）看起来可比，实际上不是同一套流程的产物——这正是本次重做要修正的。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 · 关键取舍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L1 惩罚强度不能照搬，故作为敏感性轴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鸭队列用 C=0.1（18/70 特征）。火鸡 n=45、62 特征，两种「对齐鸭队列」的方式互相矛盾。</a:t>
            </a:r>
            <a:endParaRPr lang="en-US" sz="1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828800"/>
                <a:gridCol w="1463040"/>
                <a:gridCol w="484632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非零系数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占 62 个特征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CV-AUC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0%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0.500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惩罚过强，全部归零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11%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0.934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对齐鸭队列的准则：损失约 0.03 AUC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16%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0.971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居中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10.00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24%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0.971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对齐鸭队列的稀疏度比例（≈1/4）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50.00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29%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0.977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惩罚几乎不起作用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434840"/>
            <a:ext cx="5394960" cy="1371600"/>
          </a:xfrm>
          <a:prstGeom prst="rect">
            <a:avLst/>
          </a:prstGeom>
          <a:solidFill>
            <a:srgbClr val="FBED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4434840"/>
            <a:ext cx="68580" cy="137160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458114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两种对齐方式给出不同答案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04672" y="4965192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对齐稀疏度比例要 C≈10，此时惩罚几乎不起作用；对齐鸭队列实际用的准则则是 C≈0.2，只剩 7 个非零系数。没有唯一正确取法。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4434840"/>
            <a:ext cx="5394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17920" y="4434840"/>
            <a:ext cx="68580" cy="137160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14" name="Text 11"/>
          <p:cNvSpPr/>
          <p:nvPr/>
        </p:nvSpPr>
        <p:spPr>
          <a:xfrm>
            <a:off x="6473952" y="458114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解法：把 C 当敏感性轴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73952" y="4965192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0.2 / 1.0 / 10.0 各跑 200 次 bootstrap，只有在三个 C 下都达到选中频率 ≥70% 的特征才算 L1 命中（分别命中 4 / 8 / 9，取交集）。结论因此不依赖这个任意选择。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结果：4 个通过三方法，其中 2 个通过笼效应筛查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三套方法各自的命中数：差异丰度 19、permutation importance 24、L1（三个 C 均达标）4。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1280160"/>
                <a:gridCol w="1828800"/>
                <a:gridCol w="1005840"/>
                <a:gridCol w="118872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Genus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Family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重要性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L1 频率（最低）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方向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FDR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笼效应筛查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Negativibacillus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Ruminococcaceae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0.0133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0.865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Pos↑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3.8e-05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受污染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i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HT002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Lactobacillaceae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0.0130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0.935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Pos↓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5.7e-03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通过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Tissierella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Family_XI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0.0079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0.885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Pos↑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3.8e-04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受污染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i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Escherichia-Shigella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Enterobacteriaceae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0.0015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1.000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Pos↑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3.8e-04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通过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023360"/>
            <a:ext cx="53949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4023360"/>
            <a:ext cx="68580" cy="1325880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416966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L1 是最严的一关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04672" y="4553712"/>
            <a:ext cx="49377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 个 FDR 显著的菌，经 L1 只剩 4 个。鸭队列也是如此——L1 正是把 19 收敛到 9 的那一步。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4023360"/>
            <a:ext cx="53949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17920" y="4023360"/>
            <a:ext cx="68580" cy="132588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14" name="Text 11"/>
          <p:cNvSpPr/>
          <p:nvPr/>
        </p:nvSpPr>
        <p:spPr>
          <a:xfrm>
            <a:off x="6473952" y="416966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 §2.3 那 7 个的关系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73952" y="4553712"/>
            <a:ext cx="49377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 4 个是那 7 个的更严子集。加上 L1 后，Pediococcus、未定属 Lactobacillaceae、Incertae_Sedis、Weissella 未能在三个 C 下都稳定入选。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与鸭队列比较时用这 4 个；列本队列全部候选时用 §2.3 的 7 个 —— 两者都对，只是严格程度不同。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跨宿主比较，以及这次能与不能说什么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先重建鸭队列的三方法交集，得到正好 9 个、与 README §6.2 吻合 —— 验证重建方法正确后才作比较。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649224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比较层级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重叠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属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鸭 9 菌与火鸡 4 菌在属这一级没有任何交集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科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Ruminococcaceae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鸭（未定属）Pos↑　｜　火鸡 Negativibacillus Pos↑　—— 方向一致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200400"/>
            <a:ext cx="11064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3200400"/>
            <a:ext cx="68580" cy="91440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334670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这是本项目第一次出现分类学层面的跨宿主一致性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04672" y="373075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此前 §3 的结论是「鸭队列九菌中只有 Staphylococcus 进入火鸡候选池，且方向相反、不显著」。放宽到科这一级后，Ruminococcaceae 在两个宿主中同向升高。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4297680"/>
            <a:ext cx="11064240" cy="960120"/>
          </a:xfrm>
          <a:prstGeom prst="rect">
            <a:avLst/>
          </a:prstGeom>
          <a:solidFill>
            <a:srgbClr val="FBEDE7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4297680"/>
            <a:ext cx="68580" cy="96012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" y="43891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但火鸡这一侧的 Negativibacillus 正是 §2.4 那个最强反例 —— 它在同为阳性的四个隔离器之间也显著不同，§4.5 进一步显示污染源是毒株或批次。因此这条科层面的一致性不能归因于感染，只能作为线索。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结论：火鸡有 biomarker，但只有 2 个同时通过三方法与笼效应筛查；跨宿主一致性目前仅存在于科这一级，且带混杂。下一步应在第三个队列验证 Ruminococcaceae 与 Escherichia-Shigella。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University of Georgia, College of Public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火鸡队列 biomarker：三方法交集</dc:title>
  <dc:subject>PptxGenJS Presentation</dc:subject>
  <dc:creator>Sihua Peng</dc:creator>
  <cp:lastModifiedBy>Sihua Peng</cp:lastModifiedBy>
  <cp:revision>1</cp:revision>
  <dcterms:created xsi:type="dcterms:W3CDTF">2026-08-31T20:15:53Z</dcterms:created>
  <dcterms:modified xsi:type="dcterms:W3CDTF">2026-08-31T20:15:53Z</dcterms:modified>
</cp:coreProperties>
</file>