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口径对齐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火鸡的 biomarker 为什么要重做一遍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火鸡队列此前已给出候选菌，但用的方法与鸭队列不同，两者因此不可直接比较。</a:t>
            </a:r>
            <a:endParaRPr lang="en-US" sz="12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120640"/>
                <a:gridCol w="50292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鸭队列（README §6.2）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火鸡（原 §2.1–2.4）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①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差异丰度 CLR + Welch t + BH-FDR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差异丰度 CLR + Welch t + BH-FDR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笼效应筛查（本队列特有）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结果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 个 biomarker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个候选（§2.3，第 ③ 关不同）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114800"/>
            <a:ext cx="11064240" cy="8686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1148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缺的是第 ③ 套：L1 稳定性选择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464515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两个队列各自少了对方的第三套方法。补上 L1 之后才谈得上比较；笼效应筛查则保留为第四层叠加——那是鸭队列做不到的检验，不应为了对齐而丢掉。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512064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512064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52120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口径不一致这件事此前没有被记录。文档里两组数字（9 与 7）看起来可比，实际上不是同一套流程的产物——这正是本次重做要修正的。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关键取舍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L1 惩罚强度不能照搬，故作为敏感性轴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鸭队列用 C=0.1（18/70 特征）。火鸡 n=45、62 特征，两种「对齐鸭队列」的方式互相矛盾。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828800"/>
                <a:gridCol w="1463040"/>
                <a:gridCol w="48463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非零系数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占 62 个特征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CV-AUC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惩罚过强，全部归零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对齐鸭队列的准则：损失约 0.03 AUC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16%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居中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10.00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对齐鸭队列的稀疏度比例（≈1/4）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50.00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惩罚几乎不起作用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434840"/>
            <a:ext cx="53949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43484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两种对齐方式给出不同答案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49651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对齐稀疏度比例要 C≈10，此时惩罚几乎不起作用；对齐鸭队列实际用的准则则是 C≈0.2，只剩 7 个非零系数。没有唯一正确取法。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17920" y="44348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4348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解法：把 C 当敏感性轴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73952" y="49651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0.2 / 1.0 / 10.0 各跑 200 次 bootstrap，只有在三个 C 下都达到选中频率 ≥70% 的特征才算 L1 命中（分别命中 4 / 8 / 9，取交集）。结论因此不依赖这个任意选择。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结果：4 个通过三方法，其中 2 个通过笼效应筛查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三套方法各自的命中数：差异丰度 19、permutation importance 24、L1（三个 C 均达标）4。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194560"/>
                <a:gridCol w="1188720"/>
                <a:gridCol w="1737360"/>
                <a:gridCol w="1005840"/>
                <a:gridCol w="109728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Family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频率（最低）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笼效应筛查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Negativibacillus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3.8e-05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受污染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HT002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Lactobacillaceae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Pos↓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5.7e-03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通过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Tissierella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Family_XI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3.8e-04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受污染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Escherichia-Shigella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Enterobacteriaceae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3.8e-04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通过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023360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023360"/>
            <a:ext cx="68580" cy="13258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L1 是最严的一关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4553712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 个菌达到 FDR&lt;0.05，经 L1 只剩 4 个。鸭队列也是如此——L1 正是把 19 收敛到 9 的那一步。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17920" y="4023360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023360"/>
            <a:ext cx="68580" cy="13258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§2.3 那 7 个不是包含关系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73952" y="4553712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两者都从 §2.2 的 11 个出发，只是第三道关不同：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11 ─┬─ 过笼效应筛查 → 7 个（§2.3）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└─ 过 L1 稳定性 → 4 个（本页）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         两者交集 → 2 个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同时通过两道关的只有 2 个：HT002 与 Escherichia-Shigella —— 那是本队列最可靠的候选。与鸭队列作方法学比较时用这 4 个（口径相同）。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跨宿主比较，以及这次能与不能说什么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先重建鸭队列的三方法交集，得到正好 9 个、与 README §6.2 吻合 —— 验证重建方法正确后才作比较。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649224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比较层级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重叠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鸭 9 菌与火鸡 4 菌在属这一级没有任何交集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鸭（未定属）Pos↑　｜　火鸡 Negativibacillus Pos↑　—— 方向一致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320040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3200400"/>
            <a:ext cx="68580" cy="9144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3346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这是本项目第一次出现分类学层面的跨宿主一致性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37307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此前 §3 的结论是「鸭队列九菌中只有 Staphylococcus 进入火鸡候选池，且方向相反、不显著」。放宽到科这一级后，Ruminococcaceae 在两个宿主中同向升高。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4297680"/>
            <a:ext cx="68580" cy="9601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3891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但火鸡这一侧的 Negativibacillus 正是 §2.4 那个最强反例 —— 它在同为阳性的四个隔离器之间也显著不同，§4.5 进一步显示污染源是毒株或批次。因此这条科层面的一致性不能归因于感染，只能作为线索。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结论：火鸡有 biomarker，但只有 2 个同时通过三方法与笼效应筛查；跨宿主一致性目前仅存在于科这一级，且带混杂。下一步应在第三个队列验证 Ruminococcaceae 与 Escherichia-Shigella。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火鸡队列 biomarker：三方法交集</dc:title>
  <dc:subject>PptxGenJS Presentation</dc:subject>
  <dc:creator>Sihua Peng</dc:creator>
  <cp:lastModifiedBy>Sihua Peng</cp:lastModifiedBy>
  <cp:revision>1</cp:revision>
  <dcterms:created xsi:type="dcterms:W3CDTF">2026-08-31T20:46:55Z</dcterms:created>
  <dcterms:modified xsi:type="dcterms:W3CDTF">2026-08-31T20:46:55Z</dcterms:modified>
</cp:coreProperties>
</file>